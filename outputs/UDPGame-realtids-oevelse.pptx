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369a8bc914e1c" /><Relationship Type="http://schemas.openxmlformats.org/officeDocument/2006/relationships/extended-properties" Target="/docProps/app.xml" Id="Ra3446167a745428c" /><Relationship Type="http://schemas.openxmlformats.org/officeDocument/2006/relationships/officeDocument" Target="/ppt/presentation.xml" Id="R5e91a32b69b849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b0d58935245f3"/>
  </p:sldMasterIdLst>
  <p:notesMasterIdLst>
    <p:notesMasterId xmlns:r="http://schemas.openxmlformats.org/officeDocument/2006/relationships" r:id="R3a3b8efdd4454acc"/>
  </p:notesMasterIdLst>
  <p:sldIdLst>
    <p:sldId xmlns:r="http://schemas.openxmlformats.org/officeDocument/2006/relationships" id="256" r:id="R1d4c33786abc4d58"/>
    <p:sldId xmlns:r="http://schemas.openxmlformats.org/officeDocument/2006/relationships" id="257" r:id="R1f1678ee28f74a71"/>
    <p:sldId xmlns:r="http://schemas.openxmlformats.org/officeDocument/2006/relationships" id="258" r:id="R9be43cea2a504e81"/>
    <p:sldId xmlns:r="http://schemas.openxmlformats.org/officeDocument/2006/relationships" id="259" r:id="Raa73b6fb7cd94b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decf7e5a34700" /><Relationship Type="http://schemas.openxmlformats.org/officeDocument/2006/relationships/slideMaster" Target="/ppt/slideMasters/slideMaster1.xml" Id="Rc54b0d58935245f3" /><Relationship Type="http://schemas.openxmlformats.org/officeDocument/2006/relationships/notesMaster" Target="/ppt/notesMasters/notesMaster1.xml" Id="R3a3b8efdd4454acc" /><Relationship Type="http://schemas.openxmlformats.org/officeDocument/2006/relationships/presProps" Target="/ppt/presProps.xml" Id="Rb094b5064884460e" /><Relationship Type="http://schemas.openxmlformats.org/officeDocument/2006/relationships/viewProps" Target="/ppt/viewProps.xml" Id="R57e64178ccd64df3" /><Relationship Type="http://schemas.openxmlformats.org/officeDocument/2006/relationships/tableStyles" Target="/ppt/tableStyles.xml" Id="R4d90348b8d5e4cbd" /><Relationship Type="http://schemas.openxmlformats.org/officeDocument/2006/relationships/slide" Target="/ppt/slides/slide1.xml" Id="R1d4c33786abc4d58" /><Relationship Type="http://schemas.openxmlformats.org/officeDocument/2006/relationships/slide" Target="/ppt/slides/slide2.xml" Id="R1f1678ee28f74a71" /><Relationship Type="http://schemas.openxmlformats.org/officeDocument/2006/relationships/slide" Target="/ppt/slides/slide3.xml" Id="R9be43cea2a504e81" /><Relationship Type="http://schemas.openxmlformats.org/officeDocument/2006/relationships/slide" Target="/ppt/slides/slide4.xml" Id="Raa73b6fb7cd9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0ced8ff12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knisk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Compu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542700dd346f8" /><Relationship Type="http://schemas.openxmlformats.org/officeDocument/2006/relationships/notesMaster" Target="/ppt/notesMasters/notesMaster1.xml" Id="R79094784c1d2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966d806bc47d8" /><Relationship Type="http://schemas.openxmlformats.org/officeDocument/2006/relationships/notesMaster" Target="/ppt/notesMasters/notesMaster1.xml" Id="Rc9e00d3be752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13b1f135d4a09" /><Relationship Type="http://schemas.openxmlformats.org/officeDocument/2006/relationships/notesMaster" Target="/ppt/notesMasters/notesMaster1.xml" Id="R9baf6d6190084b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969e09ea04fc3" /><Relationship Type="http://schemas.openxmlformats.org/officeDocument/2006/relationships/notesMaster" Target="/ppt/notesMasters/notesMaster1.xml" Id="R097b43b0698e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03af3e31145fd" /><Relationship Type="http://schemas.openxmlformats.org/officeDocument/2006/relationships/image" Target="/ppt/media/image.png" Id="R7fc50ef24cab48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6c04e6bf84c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7ed25610944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7181678f24d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7ef48b5e347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485645e4a4a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32d0a5efb4e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789956a0c4d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8938b75cf4e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b99003d6342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1d4eb1de647c2" /></Relationships>
</file>

<file path=ppt/slideLayouts/slideLayout1.xml><?xml version="1.0" encoding="utf-8"?>
<p:sldLayout xmlns:p="http://schemas.openxmlformats.org/presentationml/2006/main" type="title" preserve="1">
  <p:cSld name="Titelslide">
    <p:bg>
      <p:bgPr>
        <a:blipFill xmlns:a="http://schemas.openxmlformats.org/drawingml/2006/main" rotWithShape="1">
          <a:blip xmlns:r="http://schemas.openxmlformats.org/officeDocument/2006/relationships" r:embed="R7fc50ef24cab482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ktangel 7">
            <a:extLst xmlns:a="http://schemas.openxmlformats.org/drawingml/2006/main">
              <a:ext uri="{FF2B5EF4-FFF2-40B4-BE49-F238E27FC236}">
                <a16:creationId xmlns:a16="http://schemas.microsoft.com/office/drawing/2014/main" id="{AAA1835A-94B4-49BF-B83B-0E11C55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25016"/>
            <a:ext cx="12188952" cy="31809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  <a:lumOff val="1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ktangel 6">
            <a:extLst xmlns:a="http://schemas.openxmlformats.org/drawingml/2006/main">
              <a:ext uri="{FF2B5EF4-FFF2-40B4-BE49-F238E27FC236}">
                <a16:creationId xmlns:a16="http://schemas.microsoft.com/office/drawing/2014/main" id="{216B26CA-0BE0-4CF2-856B-45AB7C6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75709"/>
            <a:ext cx="12188952" cy="263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0F9F54F-34EC-4CA4-B7DE-DA0526B9A2A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66800" y="3165763"/>
            <a:ext cx="10058400" cy="171103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lnSpc>
                <a:spcPct val="80000"/>
              </a:lnSpc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Undertitel 2">
            <a:extLst xmlns:a="http://schemas.openxmlformats.org/drawingml/2006/main">
              <a:ext uri="{FF2B5EF4-FFF2-40B4-BE49-F238E27FC236}">
                <a16:creationId xmlns:a16="http://schemas.microsoft.com/office/drawing/2014/main" id="{B424F193-90BC-42A5-8B1E-73D57AEAC2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66800" y="4953000"/>
            <a:ext cx="10058400" cy="685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Klik for at redigere undertiteltypografien i masteren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el og indho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E9D6490-46D4-4507-9907-D88234EC1B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2 til indhold">
            <a:extLst xmlns:a="http://schemas.openxmlformats.org/drawingml/2006/main">
              <a:ext uri="{FF2B5EF4-FFF2-40B4-BE49-F238E27FC236}">
                <a16:creationId xmlns:a16="http://schemas.microsoft.com/office/drawing/2014/main" id="{CB49FC51-2541-4DC7-8399-0BAA6890F1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5pPr algn="l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dato 3">
            <a:extLst xmlns:a="http://schemas.openxmlformats.org/drawingml/2006/main">
              <a:ext uri="{FF2B5EF4-FFF2-40B4-BE49-F238E27FC236}">
                <a16:creationId xmlns:a16="http://schemas.microsoft.com/office/drawing/2014/main" id="{550A735C-9BB8-43F8-AD7D-C763560FD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algn="r">
              <a:buNone/>
            </a:pPr>
            <a:fld id="{6E069C25-0819-498B-99D4-F3D12BE4F785}" type="datetime1">
              <a:t>15-07-2026</a:t>
            </a:fld>
          </a:p>
        </p:txBody>
      </p:sp>
      <p:sp>
        <p:nvSpPr>
          <p:cNvPr id="5" name="Pladsholder til sidefod 4">
            <a:extLst xmlns:a="http://schemas.openxmlformats.org/drawingml/2006/main">
              <a:ext uri="{FF2B5EF4-FFF2-40B4-BE49-F238E27FC236}">
                <a16:creationId xmlns:a16="http://schemas.microsoft.com/office/drawing/2014/main" id="{DBFD59E8-C0E7-4900-B53F-443C267CCD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Pladsholder til slidenummer 5">
            <a:extLst xmlns:a="http://schemas.openxmlformats.org/drawingml/2006/main">
              <a:ext uri="{FF2B5EF4-FFF2-40B4-BE49-F238E27FC236}">
                <a16:creationId xmlns:a16="http://schemas.microsoft.com/office/drawing/2014/main" id="{6E597322-5BC0-4821-84D4-8C1C097789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6B8866A9-BAAF-40E4-A000-2353B4B8074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4000" y="1828800"/>
            <a:ext cx="9144000" cy="2743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til tekst 2">
            <a:extLst xmlns:a="http://schemas.openxmlformats.org/drawingml/2006/main">
              <a:ext uri="{FF2B5EF4-FFF2-40B4-BE49-F238E27FC236}">
                <a16:creationId xmlns:a16="http://schemas.microsoft.com/office/drawing/2014/main" id="{C7F06AB6-F351-415C-9B1A-54FB6A6B83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4589463"/>
            <a:ext cx="9144000" cy="15065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o indho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E283E2B-FD6C-4A89-BE32-4A52BB6AE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titeltypografien i masteren</a:t>
            </a:r>
          </a:p>
        </p:txBody>
      </p:sp>
      <p:sp>
        <p:nvSpPr>
          <p:cNvPr id="3" name="Pladsholder 2 til indhold">
            <a:extLst xmlns:a="http://schemas.openxmlformats.org/drawingml/2006/main">
              <a:ext uri="{FF2B5EF4-FFF2-40B4-BE49-F238E27FC236}">
                <a16:creationId xmlns:a16="http://schemas.microsoft.com/office/drawing/2014/main" id="{D43FA1B4-AEE3-4619-BF37-3B436E2EE2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24000" y="1825625"/>
            <a:ext cx="4343400" cy="42703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000"/>
            </a:lvl1pPr>
            <a:lvl2pPr algn="l">
              <a:buNone/>
              <a:defRPr sz="1800"/>
            </a:lvl2pPr>
            <a:lvl3pPr algn="l">
              <a:buNone/>
              <a:defRPr sz="1600"/>
            </a:lvl3pPr>
            <a:lvl4pPr algn="l">
              <a:buNone/>
              <a:defRPr sz="1400"/>
            </a:lvl4pPr>
            <a:lvl5pPr algn="l">
              <a:buNone/>
              <a:defRPr sz="1400"/>
            </a:lvl5pPr>
            <a:lvl6pPr algn="l">
              <a:buNone/>
              <a:defRPr sz="1400"/>
            </a:lvl6pPr>
            <a:lvl7pPr algn="l">
              <a:buNone/>
              <a:defRPr sz="1400"/>
            </a:lvl7pPr>
            <a:lvl8pPr algn="l">
              <a:buNone/>
              <a:defRPr sz="1400"/>
            </a:lvl8pPr>
            <a:lvl9pPr algn="l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indhold 3">
            <a:extLst xmlns:a="http://schemas.openxmlformats.org/drawingml/2006/main">
              <a:ext uri="{FF2B5EF4-FFF2-40B4-BE49-F238E27FC236}">
                <a16:creationId xmlns:a16="http://schemas.microsoft.com/office/drawing/2014/main" id="{49693866-61E7-43AA-ACCD-6B30497D4C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24600" y="1825625"/>
            <a:ext cx="4343400" cy="42703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000"/>
            </a:lvl1pPr>
            <a:lvl2pPr algn="l">
              <a:buNone/>
              <a:defRPr sz="1800"/>
            </a:lvl2pPr>
            <a:lvl3pPr algn="l">
              <a:buNone/>
              <a:defRPr sz="1600"/>
            </a:lvl3pPr>
            <a:lvl4pPr algn="l">
              <a:buNone/>
              <a:defRPr sz="1400"/>
            </a:lvl4pPr>
            <a:lvl5pPr algn="l">
              <a:buNone/>
              <a:defRPr sz="1400"/>
            </a:lvl5pPr>
            <a:lvl6pPr algn="l">
              <a:buNone/>
              <a:defRPr sz="1400"/>
            </a:lvl6pPr>
            <a:lvl7pPr algn="l">
              <a:buNone/>
              <a:defRPr sz="1400"/>
            </a:lvl7pPr>
            <a:lvl8pPr algn="l">
              <a:buNone/>
              <a:defRPr sz="1400"/>
            </a:lvl8pPr>
            <a:lvl9pPr algn="l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5" name="Pladsholder til dato 4">
            <a:extLst xmlns:a="http://schemas.openxmlformats.org/drawingml/2006/main">
              <a:ext uri="{FF2B5EF4-FFF2-40B4-BE49-F238E27FC236}">
                <a16:creationId xmlns:a16="http://schemas.microsoft.com/office/drawing/2014/main" id="{930B7AB7-7AD8-46C3-B593-FE321C66FE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9E274277-BC8A-479E-9742-324A21A9BFDC}" type="datetime1">
              <a:t>15-07-2026</a:t>
            </a:fld>
          </a:p>
        </p:txBody>
      </p:sp>
      <p:sp>
        <p:nvSpPr>
          <p:cNvPr id="6" name="Pladsholder til sidefod 5">
            <a:extLst xmlns:a="http://schemas.openxmlformats.org/drawingml/2006/main">
              <a:ext uri="{FF2B5EF4-FFF2-40B4-BE49-F238E27FC236}">
                <a16:creationId xmlns:a16="http://schemas.microsoft.com/office/drawing/2014/main" id="{002F8F5F-E7FC-4663-AA30-56CDFAD6C3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Pladsholder til slidenummer 6">
            <a:extLst xmlns:a="http://schemas.openxmlformats.org/drawingml/2006/main">
              <a:ext uri="{FF2B5EF4-FFF2-40B4-BE49-F238E27FC236}">
                <a16:creationId xmlns:a16="http://schemas.microsoft.com/office/drawing/2014/main" id="{BF0C23A0-7A0C-4B56-8BDB-A3E74F4005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6E946C5-CB8B-44B6-8BCF-1BBF4FA7F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titeltypografien i masteren</a:t>
            </a:r>
          </a:p>
        </p:txBody>
      </p:sp>
      <p:sp>
        <p:nvSpPr>
          <p:cNvPr id="3" name="Pladsholder til tekst 2">
            <a:extLst xmlns:a="http://schemas.openxmlformats.org/drawingml/2006/main">
              <a:ext uri="{FF2B5EF4-FFF2-40B4-BE49-F238E27FC236}">
                <a16:creationId xmlns:a16="http://schemas.microsoft.com/office/drawing/2014/main" id="{0850BF1A-FDE1-42F7-ACEA-1688CC365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7048" y="1828800"/>
            <a:ext cx="4343400" cy="6858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>
              <a:buNone/>
              <a:defRPr sz="2000" b="1"/>
            </a:lvl2pPr>
            <a:lvl3pPr marL="914400" indent="0" algn="l">
              <a:buNone/>
              <a:defRPr sz="1800" b="1"/>
            </a:lvl3pPr>
            <a:lvl4pPr marL="1371600" indent="0" algn="l">
              <a:buNone/>
              <a:defRPr sz="1600" b="1"/>
            </a:lvl4pPr>
            <a:lvl5pPr marL="1828800" indent="0" algn="l">
              <a:buNone/>
              <a:defRPr sz="1600" b="1"/>
            </a:lvl5pPr>
            <a:lvl6pPr marL="2286000" indent="0" algn="l">
              <a:buNone/>
              <a:defRPr sz="1600" b="1"/>
            </a:lvl6pPr>
            <a:lvl7pPr marL="2743200" indent="0" algn="l">
              <a:buNone/>
              <a:defRPr sz="1600" b="1"/>
            </a:lvl7pPr>
            <a:lvl8pPr marL="3200400" indent="0" algn="l">
              <a:buNone/>
              <a:defRPr sz="1600" b="1"/>
            </a:lvl8pPr>
            <a:lvl9pPr marL="3657600" indent="0" algn="l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</p:txBody>
      </p:sp>
      <p:sp>
        <p:nvSpPr>
          <p:cNvPr id="4" name="Pladsholder til indhold 3">
            <a:extLst xmlns:a="http://schemas.openxmlformats.org/drawingml/2006/main">
              <a:ext uri="{FF2B5EF4-FFF2-40B4-BE49-F238E27FC236}">
                <a16:creationId xmlns:a16="http://schemas.microsoft.com/office/drawing/2014/main" id="{D8D0652D-5A4D-4BAB-8981-94AC66C3D2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7048" y="2514600"/>
            <a:ext cx="4343400" cy="35814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000"/>
            </a:lvl1pPr>
            <a:lvl2pPr algn="l">
              <a:buNone/>
              <a:defRPr sz="1800"/>
            </a:lvl2pPr>
            <a:lvl3pPr algn="l">
              <a:buNone/>
              <a:defRPr sz="1600"/>
            </a:lvl3pPr>
            <a:lvl4pPr algn="l">
              <a:buNone/>
              <a:defRPr sz="1400"/>
            </a:lvl4pPr>
            <a:lvl5pPr algn="l">
              <a:buNone/>
              <a:defRPr sz="1400"/>
            </a:lvl5pPr>
            <a:lvl6pPr algn="l">
              <a:buNone/>
              <a:defRPr sz="1400"/>
            </a:lvl6pPr>
            <a:lvl7pPr algn="l">
              <a:buNone/>
              <a:defRPr sz="1400"/>
            </a:lvl7pPr>
            <a:lvl8pPr algn="l">
              <a:buNone/>
              <a:defRPr sz="1400"/>
            </a:lvl8pPr>
            <a:lvl9pPr algn="l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5" name="Pladsholder til tekst 4">
            <a:extLst xmlns:a="http://schemas.openxmlformats.org/drawingml/2006/main">
              <a:ext uri="{FF2B5EF4-FFF2-40B4-BE49-F238E27FC236}">
                <a16:creationId xmlns:a16="http://schemas.microsoft.com/office/drawing/2014/main" id="{F28DC00A-6C34-416A-A234-1E026B433F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27648" y="1828800"/>
            <a:ext cx="4343400" cy="6858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>
              <a:buNone/>
              <a:defRPr sz="2000" b="1"/>
            </a:lvl2pPr>
            <a:lvl3pPr marL="914400" indent="0" algn="l">
              <a:buNone/>
              <a:defRPr sz="1800" b="1"/>
            </a:lvl3pPr>
            <a:lvl4pPr marL="1371600" indent="0" algn="l">
              <a:buNone/>
              <a:defRPr sz="1600" b="1"/>
            </a:lvl4pPr>
            <a:lvl5pPr marL="1828800" indent="0" algn="l">
              <a:buNone/>
              <a:defRPr sz="1600" b="1"/>
            </a:lvl5pPr>
            <a:lvl6pPr marL="2286000" indent="0" algn="l">
              <a:buNone/>
              <a:defRPr sz="1600" b="1"/>
            </a:lvl6pPr>
            <a:lvl7pPr marL="2743200" indent="0" algn="l">
              <a:buNone/>
              <a:defRPr sz="1600" b="1"/>
            </a:lvl7pPr>
            <a:lvl8pPr marL="3200400" indent="0" algn="l">
              <a:buNone/>
              <a:defRPr sz="1600" b="1"/>
            </a:lvl8pPr>
            <a:lvl9pPr marL="3657600" indent="0" algn="l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</p:txBody>
      </p:sp>
      <p:sp>
        <p:nvSpPr>
          <p:cNvPr id="6" name="Pladsholder til indhold 5">
            <a:extLst xmlns:a="http://schemas.openxmlformats.org/drawingml/2006/main">
              <a:ext uri="{FF2B5EF4-FFF2-40B4-BE49-F238E27FC236}">
                <a16:creationId xmlns:a16="http://schemas.microsoft.com/office/drawing/2014/main" id="{80B8B918-BB51-4BC1-9307-2779C552E1C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327648" y="2514600"/>
            <a:ext cx="4343400" cy="35814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000"/>
            </a:lvl1pPr>
            <a:lvl2pPr algn="l">
              <a:buNone/>
              <a:defRPr sz="1800"/>
            </a:lvl2pPr>
            <a:lvl3pPr algn="l">
              <a:buNone/>
              <a:defRPr sz="1600"/>
            </a:lvl3pPr>
            <a:lvl4pPr algn="l">
              <a:buNone/>
              <a:defRPr sz="1400"/>
            </a:lvl4pPr>
            <a:lvl5pPr algn="l">
              <a:buNone/>
              <a:defRPr sz="1400"/>
            </a:lvl5pPr>
            <a:lvl6pPr algn="l">
              <a:buNone/>
              <a:defRPr sz="1400"/>
            </a:lvl6pPr>
            <a:lvl7pPr algn="l">
              <a:buNone/>
              <a:defRPr sz="1400"/>
            </a:lvl7pPr>
            <a:lvl8pPr algn="l">
              <a:buNone/>
              <a:defRPr sz="1400"/>
            </a:lvl8pPr>
            <a:lvl9pPr algn="l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7" name="Pladsholder til dato 6">
            <a:extLst xmlns:a="http://schemas.openxmlformats.org/drawingml/2006/main">
              <a:ext uri="{FF2B5EF4-FFF2-40B4-BE49-F238E27FC236}">
                <a16:creationId xmlns:a16="http://schemas.microsoft.com/office/drawing/2014/main" id="{F4A08FED-B3D7-4ABF-84B2-F98129FD02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algn="r">
              <a:buNone/>
            </a:pPr>
            <a:fld id="{C0EB203F-CACA-44CB-BAB7-CDAE9AE99500}" type="datetime1">
              <a:t>15-07-2026</a:t>
            </a:fld>
          </a:p>
        </p:txBody>
      </p:sp>
      <p:sp>
        <p:nvSpPr>
          <p:cNvPr id="8" name="Pladsholder til sidefod 7">
            <a:extLst xmlns:a="http://schemas.openxmlformats.org/drawingml/2006/main">
              <a:ext uri="{FF2B5EF4-FFF2-40B4-BE49-F238E27FC236}">
                <a16:creationId xmlns:a16="http://schemas.microsoft.com/office/drawing/2014/main" id="{4C72A80D-A4D5-4120-9D45-276C56A20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" name="Pladsholder til slidenummer 8">
            <a:extLst xmlns:a="http://schemas.openxmlformats.org/drawingml/2006/main">
              <a:ext uri="{FF2B5EF4-FFF2-40B4-BE49-F238E27FC236}">
                <a16:creationId xmlns:a16="http://schemas.microsoft.com/office/drawing/2014/main" id="{F7EC87E0-DFCD-4738-A322-E9EEF16440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1D2B6E6-979C-4C77-896A-F52D7F367EF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til dato 2">
            <a:extLst xmlns:a="http://schemas.openxmlformats.org/drawingml/2006/main">
              <a:ext uri="{FF2B5EF4-FFF2-40B4-BE49-F238E27FC236}">
                <a16:creationId xmlns:a16="http://schemas.microsoft.com/office/drawing/2014/main" id="{6EE593F5-6236-4C07-871D-0A2257D0C8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algn="r">
              <a:buNone/>
            </a:pPr>
            <a:fld id="{18365469-8565-44C1-AACA-ED0C75B61496}" type="datetime1">
              <a:t>15-07-2026</a:t>
            </a:fld>
          </a:p>
        </p:txBody>
      </p:sp>
      <p:sp>
        <p:nvSpPr>
          <p:cNvPr id="4" name="Pladsholder til sidefod 3">
            <a:extLst xmlns:a="http://schemas.openxmlformats.org/drawingml/2006/main">
              <a:ext uri="{FF2B5EF4-FFF2-40B4-BE49-F238E27FC236}">
                <a16:creationId xmlns:a16="http://schemas.microsoft.com/office/drawing/2014/main" id="{95DF4ECC-3103-4BE9-9266-270A87FE5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" name="Pladsholder til slidenummer 4">
            <a:extLst xmlns:a="http://schemas.openxmlformats.org/drawingml/2006/main">
              <a:ext uri="{FF2B5EF4-FFF2-40B4-BE49-F238E27FC236}">
                <a16:creationId xmlns:a16="http://schemas.microsoft.com/office/drawing/2014/main" id="{1DD79326-C3B1-4D9B-BFE0-BF59D308F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dsholder til dato 1">
            <a:extLst xmlns:a="http://schemas.openxmlformats.org/drawingml/2006/main">
              <a:ext uri="{FF2B5EF4-FFF2-40B4-BE49-F238E27FC236}">
                <a16:creationId xmlns:a16="http://schemas.microsoft.com/office/drawing/2014/main" id="{C3623A79-59A1-4EA6-B171-948B4F7686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AC9D28F5-2003-406C-BAB7-06FB4EBD0B1F}" type="datetime1">
              <a:t>15-07-2026</a:t>
            </a:fld>
          </a:p>
        </p:txBody>
      </p:sp>
      <p:sp>
        <p:nvSpPr>
          <p:cNvPr id="3" name="Pladsholder til sidefod 2">
            <a:extLst xmlns:a="http://schemas.openxmlformats.org/drawingml/2006/main">
              <a:ext uri="{FF2B5EF4-FFF2-40B4-BE49-F238E27FC236}">
                <a16:creationId xmlns:a16="http://schemas.microsoft.com/office/drawing/2014/main" id="{AF2976F0-DF17-4FE8-9B85-04FAD44FE7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Pladsholder til slidenummer 3">
            <a:extLst xmlns:a="http://schemas.openxmlformats.org/drawingml/2006/main">
              <a:ext uri="{FF2B5EF4-FFF2-40B4-BE49-F238E27FC236}">
                <a16:creationId xmlns:a16="http://schemas.microsoft.com/office/drawing/2014/main" id="{19949DFE-7034-4453-B6E9-5036AF5046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0CB42127-E8F5-4271-BFF6-DD0FF210D34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02587" y="1600200"/>
            <a:ext cx="3122613" cy="182880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2600"/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2 til indhold">
            <a:extLst xmlns:a="http://schemas.openxmlformats.org/drawingml/2006/main">
              <a:ext uri="{FF2B5EF4-FFF2-40B4-BE49-F238E27FC236}">
                <a16:creationId xmlns:a16="http://schemas.microsoft.com/office/drawing/2014/main" id="{50EF2920-DDF6-4126-B0C6-581DE04A6B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60412" y="762000"/>
            <a:ext cx="6400800" cy="5334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>
              <a:buNone/>
              <a:defRPr sz="2000"/>
            </a:lvl1pPr>
            <a:lvl2pPr algn="l">
              <a:buNone/>
              <a:defRPr sz="1800"/>
            </a:lvl2pPr>
            <a:lvl3pPr algn="l">
              <a:buNone/>
              <a:defRPr sz="1600"/>
            </a:lvl3pPr>
            <a:lvl4pPr algn="l">
              <a:buNone/>
              <a:defRPr sz="1400"/>
            </a:lvl4pPr>
            <a:lvl5pPr algn="l">
              <a:buNone/>
              <a:defRPr sz="1400"/>
            </a:lvl5pPr>
            <a:lvl6pPr algn="l">
              <a:buNone/>
              <a:defRPr sz="1400"/>
            </a:lvl6pPr>
            <a:lvl7pPr algn="l">
              <a:buNone/>
              <a:defRPr sz="1400"/>
            </a:lvl7pPr>
            <a:lvl8pPr algn="l">
              <a:buNone/>
              <a:defRPr sz="1400"/>
            </a:lvl8pPr>
            <a:lvl9pPr algn="l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tekst 3">
            <a:extLst xmlns:a="http://schemas.openxmlformats.org/drawingml/2006/main">
              <a:ext uri="{FF2B5EF4-FFF2-40B4-BE49-F238E27FC236}">
                <a16:creationId xmlns:a16="http://schemas.microsoft.com/office/drawing/2014/main" id="{972B8B62-1403-4A17-8561-8AF431EEE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01039" y="3429000"/>
            <a:ext cx="3124161" cy="182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  <a:lvl6pPr marL="2286000" indent="0" algn="l">
              <a:buNone/>
              <a:defRPr sz="1000"/>
            </a:lvl6pPr>
            <a:lvl7pPr marL="2743200" indent="0" algn="l">
              <a:buNone/>
              <a:defRPr sz="1000"/>
            </a:lvl7pPr>
            <a:lvl8pPr marL="3200400" indent="0" algn="l">
              <a:buNone/>
              <a:defRPr sz="1000"/>
            </a:lvl8pPr>
            <a:lvl9pPr marL="3657600" indent="0" algn="l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</p:txBody>
      </p:sp>
      <p:sp>
        <p:nvSpPr>
          <p:cNvPr id="5" name="Pladsholder til dato 4">
            <a:extLst xmlns:a="http://schemas.openxmlformats.org/drawingml/2006/main">
              <a:ext uri="{FF2B5EF4-FFF2-40B4-BE49-F238E27FC236}">
                <a16:creationId xmlns:a16="http://schemas.microsoft.com/office/drawing/2014/main" id="{5068BDD0-01C0-40A1-922A-E351555523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09D2AE49-E029-4297-99B6-5F63713B63C8}" type="datetime1">
              <a:t>15-07-2026</a:t>
            </a:fld>
          </a:p>
        </p:txBody>
      </p:sp>
      <p:sp>
        <p:nvSpPr>
          <p:cNvPr id="6" name="Pladsholder til sidefod 5">
            <a:extLst xmlns:a="http://schemas.openxmlformats.org/drawingml/2006/main">
              <a:ext uri="{FF2B5EF4-FFF2-40B4-BE49-F238E27FC236}">
                <a16:creationId xmlns:a16="http://schemas.microsoft.com/office/drawing/2014/main" id="{43286DE3-177A-4073-8E48-0F3E78091A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Pladsholder til slidenummer 6">
            <a:extLst xmlns:a="http://schemas.openxmlformats.org/drawingml/2006/main">
              <a:ext uri="{FF2B5EF4-FFF2-40B4-BE49-F238E27FC236}">
                <a16:creationId xmlns:a16="http://schemas.microsoft.com/office/drawing/2014/main" id="{3C4A7C5A-B707-470B-9AB8-C3F5F346CC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ktangel 7">
            <a:extLst xmlns:a="http://schemas.openxmlformats.org/drawingml/2006/main">
              <a:ext uri="{FF2B5EF4-FFF2-40B4-BE49-F238E27FC236}">
                <a16:creationId xmlns:a16="http://schemas.microsoft.com/office/drawing/2014/main" id="{BB8B572E-A9C3-4A6B-86B5-BB20756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91" y="640080"/>
            <a:ext cx="6675120" cy="557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016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86AD43F9-01E7-40DA-BE20-9E955B3BF2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997952" y="1600200"/>
            <a:ext cx="3127248" cy="182880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2600"/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til billede 2">
            <a:extLst xmlns:a="http://schemas.openxmlformats.org/drawingml/2006/main">
              <a:ext uri="{FF2B5EF4-FFF2-40B4-BE49-F238E27FC236}">
                <a16:creationId xmlns:a16="http://schemas.microsoft.com/office/drawing/2014/main" id="{C9697C67-0BF1-4129-8CE7-0105773684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781251" y="777240"/>
            <a:ext cx="6400800" cy="5303520"/>
          </a:xfrm>
        </p:spPr>
        <p:txBody>
          <a:bodyPr xmlns:a="http://schemas.openxmlformats.org/drawingml/2006/main" tIns="457200">
            <a:normAutofit/>
          </a:bodyPr>
          <a:lstStyle xmlns:a="http://schemas.openxmlformats.org/drawingml/2006/main">
            <a:lvl1pPr marL="0" indent="0" algn="ctr">
              <a:buNone/>
              <a:defRPr sz="2000"/>
            </a:lvl1pPr>
            <a:lvl2pPr marL="457200" indent="0" algn="l">
              <a:buNone/>
              <a:defRPr sz="2800"/>
            </a:lvl2pPr>
            <a:lvl3pPr marL="914400" indent="0" algn="l">
              <a:buNone/>
              <a:defRPr sz="24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Klik på ikonet for at tilføje et billede</a:t>
            </a:r>
          </a:p>
        </p:txBody>
      </p:sp>
      <p:sp>
        <p:nvSpPr>
          <p:cNvPr id="4" name="Pladsholder til tekst 3">
            <a:extLst xmlns:a="http://schemas.openxmlformats.org/drawingml/2006/main">
              <a:ext uri="{FF2B5EF4-FFF2-40B4-BE49-F238E27FC236}">
                <a16:creationId xmlns:a16="http://schemas.microsoft.com/office/drawing/2014/main" id="{3282EED9-5E9B-481B-9D55-37F90D7AE2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997952" y="3429000"/>
            <a:ext cx="3127248" cy="182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  <a:lvl6pPr marL="2286000" indent="0" algn="l">
              <a:buNone/>
              <a:defRPr sz="1000"/>
            </a:lvl6pPr>
            <a:lvl7pPr marL="2743200" indent="0" algn="l">
              <a:buNone/>
              <a:defRPr sz="1000"/>
            </a:lvl7pPr>
            <a:lvl8pPr marL="3200400" indent="0" algn="l">
              <a:buNone/>
              <a:defRPr sz="1000"/>
            </a:lvl8pPr>
            <a:lvl9pPr marL="3657600" indent="0" algn="l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</p:txBody>
      </p:sp>
      <p:sp>
        <p:nvSpPr>
          <p:cNvPr id="5" name="Pladsholder til dato 4">
            <a:extLst xmlns:a="http://schemas.openxmlformats.org/drawingml/2006/main">
              <a:ext uri="{FF2B5EF4-FFF2-40B4-BE49-F238E27FC236}">
                <a16:creationId xmlns:a16="http://schemas.microsoft.com/office/drawing/2014/main" id="{5B1BA9D6-986D-4B86-B3A8-0779927797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AF2C182D-B53A-4A3F-A20F-F2CDED4B59C8}" type="datetime1">
              <a:t>15-07-2026</a:t>
            </a:fld>
          </a:p>
        </p:txBody>
      </p:sp>
      <p:sp>
        <p:nvSpPr>
          <p:cNvPr id="6" name="Pladsholder til sidefod 5">
            <a:extLst xmlns:a="http://schemas.openxmlformats.org/drawingml/2006/main">
              <a:ext uri="{FF2B5EF4-FFF2-40B4-BE49-F238E27FC236}">
                <a16:creationId xmlns:a16="http://schemas.microsoft.com/office/drawing/2014/main" id="{E769A1E2-B6A0-4AAC-8CA7-6164D326D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Pladsholder til slidenummer 6">
            <a:extLst xmlns:a="http://schemas.openxmlformats.org/drawingml/2006/main">
              <a:ext uri="{FF2B5EF4-FFF2-40B4-BE49-F238E27FC236}">
                <a16:creationId xmlns:a16="http://schemas.microsoft.com/office/drawing/2014/main" id="{64E4DBAD-1B32-4FDE-A5B7-D99B83413F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5CEE092-3F68-4A36-AEAB-B86F1782BC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til lodret tekst 2">
            <a:extLst xmlns:a="http://schemas.openxmlformats.org/drawingml/2006/main">
              <a:ext uri="{FF2B5EF4-FFF2-40B4-BE49-F238E27FC236}">
                <a16:creationId xmlns:a16="http://schemas.microsoft.com/office/drawing/2014/main" id="{4EF3D28F-F26E-4F27-BFD5-24AF64F6B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dato 3">
            <a:extLst xmlns:a="http://schemas.openxmlformats.org/drawingml/2006/main">
              <a:ext uri="{FF2B5EF4-FFF2-40B4-BE49-F238E27FC236}">
                <a16:creationId xmlns:a16="http://schemas.microsoft.com/office/drawing/2014/main" id="{0BA74DAB-EF95-41A2-AC25-B1848A34E4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7219C9C8-8C68-459D-8BF4-570FFBA277FB}" type="datetime1">
              <a:t>15-07-2026</a:t>
            </a:fld>
          </a:p>
        </p:txBody>
      </p:sp>
      <p:sp>
        <p:nvSpPr>
          <p:cNvPr id="5" name="Pladsholder til sidefod 4">
            <a:extLst xmlns:a="http://schemas.openxmlformats.org/drawingml/2006/main">
              <a:ext uri="{FF2B5EF4-FFF2-40B4-BE49-F238E27FC236}">
                <a16:creationId xmlns:a16="http://schemas.microsoft.com/office/drawing/2014/main" id="{EE2C9169-80BB-4ACE-A53D-BB3FE121F4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Pladsholder til slidenummer 5">
            <a:extLst xmlns:a="http://schemas.openxmlformats.org/drawingml/2006/main">
              <a:ext uri="{FF2B5EF4-FFF2-40B4-BE49-F238E27FC236}">
                <a16:creationId xmlns:a16="http://schemas.microsoft.com/office/drawing/2014/main" id="{F1DB976C-23E2-47EB-8E3F-AA9132CD92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odret titel 1">
            <a:extLst xmlns:a="http://schemas.openxmlformats.org/drawingml/2006/main">
              <a:ext uri="{FF2B5EF4-FFF2-40B4-BE49-F238E27FC236}">
                <a16:creationId xmlns:a16="http://schemas.microsoft.com/office/drawing/2014/main" id="{FFDD3F42-44FA-4F52-B5CD-36D551CF5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457199"/>
            <a:ext cx="1943100" cy="563880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titeltypografien i masteren</a:t>
            </a:r>
          </a:p>
        </p:txBody>
      </p:sp>
      <p:sp>
        <p:nvSpPr>
          <p:cNvPr id="3" name="Pladsholder til lodret tekst 2">
            <a:extLst xmlns:a="http://schemas.openxmlformats.org/drawingml/2006/main">
              <a:ext uri="{FF2B5EF4-FFF2-40B4-BE49-F238E27FC236}">
                <a16:creationId xmlns:a16="http://schemas.microsoft.com/office/drawing/2014/main" id="{6866D789-133F-4EE3-9122-9BEF816FE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457199"/>
            <a:ext cx="7048500" cy="563880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teksttypografierne i masteren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dato 3">
            <a:extLst xmlns:a="http://schemas.openxmlformats.org/drawingml/2006/main">
              <a:ext uri="{FF2B5EF4-FFF2-40B4-BE49-F238E27FC236}">
                <a16:creationId xmlns:a16="http://schemas.microsoft.com/office/drawing/2014/main" id="{CFE871D3-C0CD-4B64-9699-6665839F8E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CB5863FA-7A97-4CE9-8BF2-B40466B58F9A}" type="datetime1">
              <a:t>15-07-2026</a:t>
            </a:fld>
          </a:p>
        </p:txBody>
      </p:sp>
      <p:sp>
        <p:nvSpPr>
          <p:cNvPr id="5" name="Pladsholder til sidefod 4">
            <a:extLst xmlns:a="http://schemas.openxmlformats.org/drawingml/2006/main">
              <a:ext uri="{FF2B5EF4-FFF2-40B4-BE49-F238E27FC236}">
                <a16:creationId xmlns:a16="http://schemas.microsoft.com/office/drawing/2014/main" id="{16866D6E-009F-4E90-B187-36146FA31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Pladsholder til slidenummer 5">
            <a:extLst xmlns:a="http://schemas.openxmlformats.org/drawingml/2006/main">
              <a:ext uri="{FF2B5EF4-FFF2-40B4-BE49-F238E27FC236}">
                <a16:creationId xmlns:a16="http://schemas.microsoft.com/office/drawing/2014/main" id="{89864C52-8860-4E02-9D9F-F67027F7B9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31375A4-56A4-47D6-9801-1991572033F7}" type="slidenum">
              <a:t>‹nr.›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784a08825428e" /><Relationship Type="http://schemas.openxmlformats.org/officeDocument/2006/relationships/slideLayout" Target="/ppt/slideLayouts/slideLayout1.xml" Id="Rc3c35c6cd6574fef" /><Relationship Type="http://schemas.openxmlformats.org/officeDocument/2006/relationships/slideLayout" Target="/ppt/slideLayouts/slideLayout2.xml" Id="Reb69901ba0fa400f" /><Relationship Type="http://schemas.openxmlformats.org/officeDocument/2006/relationships/slideLayout" Target="/ppt/slideLayouts/slideLayout3.xml" Id="Ra805407a6e404163" /><Relationship Type="http://schemas.openxmlformats.org/officeDocument/2006/relationships/slideLayout" Target="/ppt/slideLayouts/slideLayout4.xml" Id="R3d3489e2f1d24f87" /><Relationship Type="http://schemas.openxmlformats.org/officeDocument/2006/relationships/slideLayout" Target="/ppt/slideLayouts/slideLayout5.xml" Id="R86df1da153b3434b" /><Relationship Type="http://schemas.openxmlformats.org/officeDocument/2006/relationships/slideLayout" Target="/ppt/slideLayouts/slideLayout6.xml" Id="Rbdda714a187f4dbd" /><Relationship Type="http://schemas.openxmlformats.org/officeDocument/2006/relationships/slideLayout" Target="/ppt/slideLayouts/slideLayout7.xml" Id="Rd8dca0b11ed24225" /><Relationship Type="http://schemas.openxmlformats.org/officeDocument/2006/relationships/slideLayout" Target="/ppt/slideLayouts/slideLayout8.xml" Id="R24c1cc3b983b4d07" /><Relationship Type="http://schemas.openxmlformats.org/officeDocument/2006/relationships/slideLayout" Target="/ppt/slideLayouts/slideLayout9.xml" Id="Rc91675bcc4114dfe" /><Relationship Type="http://schemas.openxmlformats.org/officeDocument/2006/relationships/slideLayout" Target="/ppt/slideLayouts/slideLayout10.xml" Id="R2319e64e581f4bdb" /><Relationship Type="http://schemas.openxmlformats.org/officeDocument/2006/relationships/slideLayout" Target="/ppt/slideLayouts/slideLayout11.xml" Id="R79d93def894f42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dsholder til titel 1">
            <a:extLst xmlns:a="http://schemas.openxmlformats.org/drawingml/2006/main">
              <a:ext uri="{FF2B5EF4-FFF2-40B4-BE49-F238E27FC236}">
                <a16:creationId xmlns:a16="http://schemas.microsoft.com/office/drawing/2014/main" id="{806D99D7-A6E8-4079-814D-04474FE0B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57200"/>
            <a:ext cx="9144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titeltypografier i master</a:t>
            </a:r>
          </a:p>
        </p:txBody>
      </p:sp>
      <p:sp>
        <p:nvSpPr>
          <p:cNvPr id="3" name="Pladsholder til tekst 2">
            <a:extLst xmlns:a="http://schemas.openxmlformats.org/drawingml/2006/main">
              <a:ext uri="{FF2B5EF4-FFF2-40B4-BE49-F238E27FC236}">
                <a16:creationId xmlns:a16="http://schemas.microsoft.com/office/drawing/2014/main" id="{65EC1BE3-035F-47B7-B959-FFDC9AF1FF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1828800"/>
            <a:ext cx="91440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Klik for at redigere teksttypografier i master</a:t>
            </a:r>
          </a:p>
          <a:p xmlns:a="http://schemas.openxmlformats.org/drawingml/2006/main">
            <a:pPr>
              <a:buNone/>
            </a:pPr>
            <a:r>
              <a:t>Andet niveau</a:t>
            </a:r>
          </a:p>
          <a:p xmlns:a="http://schemas.openxmlformats.org/drawingml/2006/main">
            <a:pPr>
              <a:buNone/>
            </a:pPr>
            <a:r>
              <a:t>Tredje niveau</a:t>
            </a:r>
          </a:p>
          <a:p xmlns:a="http://schemas.openxmlformats.org/drawingml/2006/main">
            <a:pPr>
              <a:buNone/>
            </a:pPr>
            <a:r>
              <a:t>Fjerde niveau</a:t>
            </a:r>
          </a:p>
          <a:p xmlns:a="http://schemas.openxmlformats.org/drawingml/2006/main">
            <a:pPr>
              <a:buNone/>
            </a:pPr>
            <a:r>
              <a:t>Femte niveau</a:t>
            </a:r>
          </a:p>
        </p:txBody>
      </p:sp>
      <p:sp>
        <p:nvSpPr>
          <p:cNvPr id="4" name="Pladsholder til dato 3">
            <a:extLst xmlns:a="http://schemas.openxmlformats.org/drawingml/2006/main">
              <a:ext uri="{FF2B5EF4-FFF2-40B4-BE49-F238E27FC236}">
                <a16:creationId xmlns:a16="http://schemas.microsoft.com/office/drawing/2014/main" id="{77F93417-20E6-44B6-BA88-78FB5FD77F6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10600" y="6362700"/>
            <a:ext cx="990600" cy="257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D5D8B5B6-1E70-4A20-8E3E-4ED2B8D8667E}" type="datetime1">
              <a:t>15-07-2026</a:t>
            </a:fld>
          </a:p>
        </p:txBody>
      </p:sp>
      <p:sp>
        <p:nvSpPr>
          <p:cNvPr id="5" name="Pladsholder til sidefod 4">
            <a:extLst xmlns:a="http://schemas.openxmlformats.org/drawingml/2006/main">
              <a:ext uri="{FF2B5EF4-FFF2-40B4-BE49-F238E27FC236}">
                <a16:creationId xmlns:a16="http://schemas.microsoft.com/office/drawing/2014/main" id="{EDBBDE44-5E57-457C-9C27-0B30F03FB75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24000" y="6362700"/>
            <a:ext cx="6881553" cy="257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Pladsholder til slidenummer 5">
            <a:extLst xmlns:a="http://schemas.openxmlformats.org/drawingml/2006/main">
              <a:ext uri="{FF2B5EF4-FFF2-40B4-BE49-F238E27FC236}">
                <a16:creationId xmlns:a16="http://schemas.microsoft.com/office/drawing/2014/main" id="{36BE6160-B4EF-4674-9F4F-F291684D04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829800" y="6362700"/>
            <a:ext cx="838200" cy="257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fld id="{E31375A4-56A4-47D6-9801-1991572033F7}" type="slidenum">
              <a:t>‹nr.›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35c6cd6574fef"/>
    <p:sldLayoutId xmlns:r="http://schemas.openxmlformats.org/officeDocument/2006/relationships" id="2147483650" r:id="Reb69901ba0fa400f"/>
    <p:sldLayoutId xmlns:r="http://schemas.openxmlformats.org/officeDocument/2006/relationships" id="2147483651" r:id="Ra805407a6e404163"/>
    <p:sldLayoutId xmlns:r="http://schemas.openxmlformats.org/officeDocument/2006/relationships" id="2147483652" r:id="R3d3489e2f1d24f87"/>
    <p:sldLayoutId xmlns:r="http://schemas.openxmlformats.org/officeDocument/2006/relationships" id="2147483653" r:id="R86df1da153b3434b"/>
    <p:sldLayoutId xmlns:r="http://schemas.openxmlformats.org/officeDocument/2006/relationships" id="2147483654" r:id="Rbdda714a187f4dbd"/>
    <p:sldLayoutId xmlns:r="http://schemas.openxmlformats.org/officeDocument/2006/relationships" id="2147483655" r:id="Rd8dca0b11ed24225"/>
    <p:sldLayoutId xmlns:r="http://schemas.openxmlformats.org/officeDocument/2006/relationships" id="2147483656" r:id="R24c1cc3b983b4d07"/>
    <p:sldLayoutId xmlns:r="http://schemas.openxmlformats.org/officeDocument/2006/relationships" id="2147483657" r:id="Rc91675bcc4114dfe"/>
    <p:sldLayoutId xmlns:r="http://schemas.openxmlformats.org/officeDocument/2006/relationships" id="2147483658" r:id="R2319e64e581f4bdb"/>
    <p:sldLayoutId xmlns:r="http://schemas.openxmlformats.org/officeDocument/2006/relationships" id="2147483659" r:id="R79d93def894f420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800"/>
        </a:spcBef>
        <a:buClr>
          <a:schemeClr val="accent1"/>
        </a:buClr>
        <a:buFont typeface="Arial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94360" indent="-228600" algn="l" defTabSz="914400">
        <a:lnSpc>
          <a:spcPct val="90000"/>
        </a:lnSpc>
        <a:spcBef>
          <a:spcPts val="1000"/>
        </a:spcBef>
        <a:buClr>
          <a:schemeClr val="accent1"/>
        </a:buClr>
        <a:buFont typeface="Arial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91440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3444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0876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78308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33172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606040" indent="-228600" algn="l" defTabSz="914400">
        <a:lnSpc>
          <a:spcPct val="90000"/>
        </a:lnSpc>
        <a:spcBef>
          <a:spcPts val="8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Teknisk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Compu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a4f3a07a042bd" /><Relationship Type="http://schemas.openxmlformats.org/officeDocument/2006/relationships/notesSlide" Target="/ppt/notesSlides/notesSlide1.xml" Id="Rbc655953c22e44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b2f3f8fe8744b7" /><Relationship Type="http://schemas.openxmlformats.org/officeDocument/2006/relationships/notesSlide" Target="/ppt/notesSlides/notesSlide2.xml" Id="Rba81503ce52d4c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e9a6447b6409d" /><Relationship Type="http://schemas.openxmlformats.org/officeDocument/2006/relationships/notesSlide" Target="/ppt/notesSlides/notesSlide3.xml" Id="Rd102fca058b64e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75c42af324198" /><Relationship Type="http://schemas.openxmlformats.org/officeDocument/2006/relationships/notesSlide" Target="/ppt/notesSlides/notesSlide4.xml" Id="R275a178985ae4f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el 12">
            <a:extLst xmlns:a="http://schemas.openxmlformats.org/drawingml/2006/main">
              <a:ext uri="{FF2B5EF4-FFF2-40B4-BE49-F238E27FC236}">
                <a16:creationId xmlns:a16="http://schemas.microsoft.com/office/drawing/2014/main" id="{18B3C6F5-FA7C-42DC-8BFA-5388BC0C7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76672"/>
            <a:ext cx="91440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Øvelse: mærk netværkskoden i spillet</a:t>
            </a:r>
          </a:p>
        </p:txBody>
      </p:sp>
      <p:sp>
        <p:nvSpPr>
          <p:cNvPr id="14" name="Pladsholder til indhold 13">
            <a:extLst xmlns:a="http://schemas.openxmlformats.org/drawingml/2006/main">
              <a:ext uri="{FF2B5EF4-FFF2-40B4-BE49-F238E27FC236}">
                <a16:creationId xmlns:a16="http://schemas.microsoft.com/office/drawing/2014/main" id="{D6EE0A30-8587-45C1-A84C-AAFE0ADE75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24000" y="1828800"/>
            <a:ext cx="9900592" cy="42672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24">
              <a:buChar char="•"/>
            </a:pPr>
            <a:r>
              <a:t>Start StartUp.bat: én server og to klienter.</a:t>
            </a:r>
          </a:p>
          <a:p xmlns:a="http://schemas.openxmlformats.org/drawingml/2006/main">
            <a:pPr marL="24" indent="-24">
              <a:buChar char="•"/>
            </a:pPr>
            <a:r>
              <a:t>Første klient ejer bolden; den anden observerer.</a:t>
            </a:r>
          </a:p>
          <a:p xmlns:a="http://schemas.openxmlformats.org/drawingml/2006/main">
            <a:pPr marL="24" indent="-24">
              <a:buChar char="•"/>
            </a:pPr>
            <a:r>
              <a:t>Ændr latency (+/−), tickrate (tick &lt;hz&gt;) og P/R/I.</a:t>
            </a:r>
          </a:p>
          <a:p xmlns:a="http://schemas.openxmlformats.org/drawingml/2006/main">
            <a:pPr marL="24" indent="-24">
              <a:buChar char="•"/>
            </a:pPr>
            <a:r>
              <a:t>Implementér ikke teknikkerne igen — undersøg den eksisterende kode.</a:t>
            </a:r>
          </a:p>
          <a:p xmlns:a="http://schemas.openxmlformats.org/drawingml/2006/main">
            <a:pPr marL="24" indent="-24">
              <a:buChar char="•"/>
            </a:pPr>
            <a:r>
              <a:t>Målet er at forbinde ændring → spiloplevelse → konkret kode.</a:t>
            </a:r>
          </a:p>
        </p:txBody>
      </p:sp>
      <p:sp>
        <p:nvSpPr>
          <p:cNvPr id="3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AC273B0-8295-9B2A-B12A-DDDCD41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B3C61DF-EDA5-1E89-8131-63F8969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944576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54C34696-05B7-E45F-B3C1-3AD8F9E61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57200"/>
            <a:ext cx="9144000" cy="1143000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t>Undersøg én variabel ad gangen</a:t>
            </a:r>
          </a:p>
        </p:txBody>
      </p:sp>
      <p:graphicFrame>
        <p:nvGraphicFramePr>
          <p:cNvPr id="10" name="Pladsholder til indhold 5"/>
          <p:cNvGraphicFramePr/>
          <p:nvPr/>
        </p:nvGraphicFramePr>
        <p:xfrm>
          <a:off xmlns:a="http://schemas.openxmlformats.org/drawingml/2006/main" x="119336" y="1600200"/>
          <a:ext xmlns:a="http://schemas.openxmlformats.org/drawingml/2006/main" cx="12072666" cy="330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111"/>
                <a:gridCol w="2012111"/>
                <a:gridCol w="2012111"/>
                <a:gridCol w="2012111"/>
                <a:gridCol w="2012111"/>
                <a:gridCol w="2012111"/>
              </a:tblGrid>
              <a:tr h="370840">
                <a:tc>
                  <a:txBody>
                    <a:bodyPr/>
                    <a:lstStyle/>
                    <a:p>
                      <a:r>
                        <a:t>Forsøg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Tickrate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Prediction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Recon.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Interp.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Baseline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0 ms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20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Input lag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250 ms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20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Fra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Snapback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250 ms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Fra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Choppy remote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100 ms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Fra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Smooth remote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250 ms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Til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Tekstfelt 6">
            <a:extLst xmlns:a="http://schemas.openxmlformats.org/drawingml/2006/main">
              <a:ext uri="{FF2B5EF4-FFF2-40B4-BE49-F238E27FC236}">
                <a16:creationId xmlns:a16="http://schemas.microsoft.com/office/drawing/2014/main" id="{DFD315B4-7018-303D-DB96-D869723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301208"/>
            <a:ext cx="919328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4" indent="-24">
              <a:buChar char="•"/>
            </a:pPr>
            <a:r>
              <a:t>Test hvert setup i 10 sekunder som både ejer og observatør.</a:t>
            </a:r>
          </a:p>
          <a:p xmlns:a="http://schemas.openxmlformats.org/drawingml/2006/main">
            <a:pPr marL="24" indent="-24">
              <a:buChar char="•"/>
            </a:pPr>
            <a:r>
              <a:t>Notér forskellen, før I læser forklaringen i koden.</a:t>
            </a:r>
          </a:p>
        </p:txBody>
      </p:sp>
    </p:spTree>
    <p:extLst>
      <p:ext uri="{BB962C8B-B14F-4D97-AF65-F5344CB8AC3E}">
        <p14:creationId xmlns:p14="http://schemas.microsoft.com/office/powerpoint/2010/main" val="1850796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54C34696-05B7-E45F-B3C1-3AD8F9E61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57200"/>
            <a:ext cx="9144000" cy="1143000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Find forklaringen i koden</a:t>
            </a:r>
          </a:p>
        </p:txBody>
      </p:sp>
      <p:graphicFrame>
        <p:nvGraphicFramePr>
          <p:cNvPr id="10" name="Pladsholder til indhold 5"/>
          <p:cNvGraphicFramePr/>
          <p:nvPr/>
        </p:nvGraphicFramePr>
        <p:xfrm>
          <a:off xmlns:a="http://schemas.openxmlformats.org/drawingml/2006/main" x="119336" y="1600200"/>
          <a:ext xmlns:a="http://schemas.openxmlformats.org/drawingml/2006/main" cx="12072666" cy="330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111"/>
                <a:gridCol w="2012111"/>
                <a:gridCol w="2012111"/>
                <a:gridCol w="2012111"/>
                <a:gridCol w="2012111"/>
                <a:gridCol w="2012111"/>
              </a:tblGrid>
              <a:tr h="370840">
                <a:tc>
                  <a:txBody>
                    <a:bodyPr/>
                    <a:lstStyle/>
                    <a:p>
                      <a:r>
                        <a:t>Koncept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Fil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Metode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Forklar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Authority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Server.cs / GameWorld.cs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ReceiveLoop / Tick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Input-kø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Hvorfor ikke position?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□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Prediction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NetworkGame</a:t>
                      </a:r>
                    </a:p>
                    <a:p>
                      <a:r>
                        <a:t>Object.cs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SendMovement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Input + seq.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Hvorfor straks?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□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Reconciliation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NetworkGame</a:t>
                      </a:r>
                    </a:p>
                    <a:p>
                      <a:r>
                        <a:t>Object.cs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Reconcile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Pending input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Ack → reset → replay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□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Interpolation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NetworkGame</a:t>
                      </a:r>
                    </a:p>
                    <a:p>
                      <a:r>
                        <a:t>Object.cs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Interpolate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Pos.-buffer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Hvorfor i fortiden?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□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/>
                        <a:t>Rates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Game1.cs / Server.cs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Draw / TickLoop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FPS / Hz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Hvorfor uafhængige?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□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Tekstfelt 6">
            <a:extLst xmlns:a="http://schemas.openxmlformats.org/drawingml/2006/main">
              <a:ext uri="{FF2B5EF4-FFF2-40B4-BE49-F238E27FC236}">
                <a16:creationId xmlns:a16="http://schemas.microsoft.com/office/drawing/2014/main" id="{DFD315B4-7018-303D-DB96-D869723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5301208"/>
            <a:ext cx="9193286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24" indent="-24">
              <a:buChar char="•"/>
            </a:pPr>
            <a:r>
              <a:t>Skriv fil, metode og 1–3 relevante kodelinjer til hvert koncept.</a:t>
            </a:r>
          </a:p>
          <a:p xmlns:a="http://schemas.openxmlformats.org/drawingml/2006/main">
            <a:pPr marL="24" indent="-24">
              <a:buChar char="•"/>
            </a:pPr>
            <a:r>
              <a:t>Forklar med egne ord — kopier ikke kodekommentarerne.</a:t>
            </a:r>
          </a:p>
        </p:txBody>
      </p:sp>
    </p:spTree>
    <p:extLst>
      <p:ext uri="{BB962C8B-B14F-4D97-AF65-F5344CB8AC3E}">
        <p14:creationId xmlns:p14="http://schemas.microsoft.com/office/powerpoint/2010/main" val="1850796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el 12">
            <a:extLst xmlns:a="http://schemas.openxmlformats.org/drawingml/2006/main">
              <a:ext uri="{FF2B5EF4-FFF2-40B4-BE49-F238E27FC236}">
                <a16:creationId xmlns:a16="http://schemas.microsoft.com/office/drawing/2014/main" id="{18B3C6F5-FA7C-42DC-8BFA-5388BC0C7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76672"/>
            <a:ext cx="91440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 skal kunne forklare årsag → kode → oplevelse</a:t>
            </a:r>
          </a:p>
        </p:txBody>
      </p:sp>
      <p:sp>
        <p:nvSpPr>
          <p:cNvPr id="14" name="Pladsholder til indhold 13">
            <a:extLst xmlns:a="http://schemas.openxmlformats.org/drawingml/2006/main">
              <a:ext uri="{FF2B5EF4-FFF2-40B4-BE49-F238E27FC236}">
                <a16:creationId xmlns:a16="http://schemas.microsoft.com/office/drawing/2014/main" id="{D6EE0A30-8587-45C1-A84C-AAFE0ADE75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24000" y="1828800"/>
            <a:ext cx="9900592" cy="42672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4" indent="-24">
              <a:buChar char="□"/>
            </a:pPr>
            <a:r>
              <a:t>Udfør alle fem forsøg for både ejer og observatør.</a:t>
            </a:r>
          </a:p>
          <a:p xmlns:a="http://schemas.openxmlformats.org/drawingml/2006/main">
            <a:pPr marL="24" indent="-24">
              <a:buChar char="□"/>
            </a:pPr>
            <a:r>
              <a:t>Find authority, prediction, reconciliation, interpolation og rates i koden.</a:t>
            </a:r>
          </a:p>
          <a:p xmlns:a="http://schemas.openxmlformats.org/drawingml/2006/main">
            <a:pPr marL="24" indent="-24">
              <a:buChar char="□"/>
            </a:pPr>
            <a:r>
              <a:t>Forklar hvorfor ejeren oplever nutid, mens observatøren ser fortid.</a:t>
            </a:r>
          </a:p>
          <a:p xmlns:a="http://schemas.openxmlformats.org/drawingml/2006/main">
            <a:pPr marL="24" indent="-24">
              <a:buChar char="□"/>
            </a:pPr>
            <a:r>
              <a:t>Skeln mellem client FPS, inputrate (60 Hz) og server tickrate.</a:t>
            </a:r>
          </a:p>
          <a:p xmlns:a="http://schemas.openxmlformats.org/drawingml/2006/main">
            <a:pPr marL="24" indent="-24">
              <a:buChar char="□"/>
            </a:pPr>
            <a:r>
              <a:t>Peg på sequence, acknowledgement, replay og position buffer.</a:t>
            </a:r>
          </a:p>
          <a:p xmlns:a="http://schemas.openxmlformats.org/drawingml/2006/main">
            <a:pPr marL="24" indent="-24">
              <a:buChar char="•"/>
            </a:pPr>
            <a:r>
              <a:t>Afslutning: Hvilken teknik mærkes mest ved høj latency — og hvorfor?</a:t>
            </a:r>
          </a:p>
        </p:txBody>
      </p:sp>
      <p:sp>
        <p:nvSpPr>
          <p:cNvPr id="3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AC273B0-8295-9B2A-B12A-DDDCD41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4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B3C61DF-EDA5-1E89-8131-63F8969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944576649"/>
      </p:ext>
    </p:extLst>
  </p:cSld>
</p:sld>
</file>

<file path=ppt/theme/theme1.xml><?xml version="1.0" encoding="utf-8"?>
<a:theme xmlns:a="http://schemas.openxmlformats.org/drawingml/2006/main" name="Teknisk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Comput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2026-07-16T09:27:42.5330000Z</dcterms:created>
  <dcterms:modified xsi:type="dcterms:W3CDTF">2026-07-16T09:27:42.5330000Z</dcterms:modified>
</coreProperties>
</file>